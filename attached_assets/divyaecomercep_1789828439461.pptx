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lice Bold" charset="1" panose="00000500000000000000"/>
      <p:regular r:id="rId13"/>
    </p:embeddedFont>
    <p:embeddedFont>
      <p:font typeface="Work Sans Bold" charset="1" panose="00000000000000000000"/>
      <p:regular r:id="rId14"/>
    </p:embeddedFont>
    <p:embeddedFont>
      <p:font typeface="Work Sans" charset="1" panose="00000000000000000000"/>
      <p:regular r:id="rId15"/>
    </p:embeddedFon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CE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30015" y="1028700"/>
            <a:ext cx="8429285" cy="8229600"/>
            <a:chOff x="0" y="0"/>
            <a:chExt cx="1339679" cy="1307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9678" cy="1307943"/>
            </a:xfrm>
            <a:custGeom>
              <a:avLst/>
              <a:gdLst/>
              <a:ahLst/>
              <a:cxnLst/>
              <a:rect r="r" b="b" t="t" l="l"/>
              <a:pathLst>
                <a:path h="1307943" w="1339678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1185242"/>
                  </a:lnTo>
                  <a:cubicBezTo>
                    <a:pt x="1" y="1253008"/>
                    <a:pt x="54936" y="1307943"/>
                    <a:pt x="122702" y="1307943"/>
                  </a:cubicBezTo>
                  <a:lnTo>
                    <a:pt x="1216975" y="1307943"/>
                  </a:lnTo>
                  <a:cubicBezTo>
                    <a:pt x="1284741" y="1307943"/>
                    <a:pt x="1339677" y="1253008"/>
                    <a:pt x="1339678" y="1185242"/>
                  </a:cubicBezTo>
                  <a:lnTo>
                    <a:pt x="1339678" y="122701"/>
                  </a:lnTo>
                  <a:cubicBezTo>
                    <a:pt x="1339677" y="54935"/>
                    <a:pt x="1284742" y="1"/>
                    <a:pt x="1216976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close/>
                </a:path>
              </a:pathLst>
            </a:custGeom>
            <a:blipFill>
              <a:blip r:embed="rId2"/>
              <a:stretch>
                <a:fillRect l="-23406" t="0" r="-2340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963348" cy="10287000"/>
            <a:chOff x="0" y="0"/>
            <a:chExt cx="1570594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7059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570594">
                  <a:moveTo>
                    <a:pt x="0" y="0"/>
                  </a:moveTo>
                  <a:lnTo>
                    <a:pt x="1570594" y="0"/>
                  </a:lnTo>
                  <a:lnTo>
                    <a:pt x="15705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BFB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7059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7534615" cy="3649920"/>
            <a:chOff x="0" y="0"/>
            <a:chExt cx="1167309" cy="5654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67309" cy="565468"/>
            </a:xfrm>
            <a:custGeom>
              <a:avLst/>
              <a:gdLst/>
              <a:ahLst/>
              <a:cxnLst/>
              <a:rect r="r" b="b" t="t" l="l"/>
              <a:pathLst>
                <a:path h="565468" w="1167309">
                  <a:moveTo>
                    <a:pt x="23633" y="0"/>
                  </a:moveTo>
                  <a:lnTo>
                    <a:pt x="1143676" y="0"/>
                  </a:lnTo>
                  <a:cubicBezTo>
                    <a:pt x="1149944" y="0"/>
                    <a:pt x="1155955" y="2490"/>
                    <a:pt x="1160387" y="6922"/>
                  </a:cubicBezTo>
                  <a:cubicBezTo>
                    <a:pt x="1164819" y="11354"/>
                    <a:pt x="1167309" y="17365"/>
                    <a:pt x="1167309" y="23633"/>
                  </a:cubicBezTo>
                  <a:lnTo>
                    <a:pt x="1167309" y="541835"/>
                  </a:lnTo>
                  <a:cubicBezTo>
                    <a:pt x="1167309" y="554887"/>
                    <a:pt x="1156728" y="565468"/>
                    <a:pt x="1143676" y="565468"/>
                  </a:cubicBezTo>
                  <a:lnTo>
                    <a:pt x="23633" y="565468"/>
                  </a:lnTo>
                  <a:cubicBezTo>
                    <a:pt x="10581" y="565468"/>
                    <a:pt x="0" y="554887"/>
                    <a:pt x="0" y="541835"/>
                  </a:cubicBezTo>
                  <a:lnTo>
                    <a:pt x="0" y="23633"/>
                  </a:lnTo>
                  <a:cubicBezTo>
                    <a:pt x="0" y="10581"/>
                    <a:pt x="10581" y="0"/>
                    <a:pt x="2363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9154" r="0" b="-1915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4934323"/>
            <a:ext cx="3634204" cy="4323977"/>
            <a:chOff x="0" y="0"/>
            <a:chExt cx="563033" cy="6698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3033" cy="669897"/>
            </a:xfrm>
            <a:custGeom>
              <a:avLst/>
              <a:gdLst/>
              <a:ahLst/>
              <a:cxnLst/>
              <a:rect r="r" b="b" t="t" l="l"/>
              <a:pathLst>
                <a:path h="669897" w="563033">
                  <a:moveTo>
                    <a:pt x="48997" y="0"/>
                  </a:moveTo>
                  <a:lnTo>
                    <a:pt x="514037" y="0"/>
                  </a:lnTo>
                  <a:cubicBezTo>
                    <a:pt x="527031" y="0"/>
                    <a:pt x="539494" y="5162"/>
                    <a:pt x="548683" y="14351"/>
                  </a:cubicBezTo>
                  <a:cubicBezTo>
                    <a:pt x="557871" y="23539"/>
                    <a:pt x="563033" y="36002"/>
                    <a:pt x="563033" y="48997"/>
                  </a:cubicBezTo>
                  <a:lnTo>
                    <a:pt x="563033" y="620900"/>
                  </a:lnTo>
                  <a:cubicBezTo>
                    <a:pt x="563033" y="647961"/>
                    <a:pt x="541097" y="669897"/>
                    <a:pt x="514037" y="669897"/>
                  </a:cubicBezTo>
                  <a:lnTo>
                    <a:pt x="48997" y="669897"/>
                  </a:lnTo>
                  <a:cubicBezTo>
                    <a:pt x="36002" y="669897"/>
                    <a:pt x="23539" y="664735"/>
                    <a:pt x="14351" y="655546"/>
                  </a:cubicBezTo>
                  <a:cubicBezTo>
                    <a:pt x="5162" y="646358"/>
                    <a:pt x="0" y="633895"/>
                    <a:pt x="0" y="620900"/>
                  </a:cubicBezTo>
                  <a:lnTo>
                    <a:pt x="0" y="48997"/>
                  </a:lnTo>
                  <a:cubicBezTo>
                    <a:pt x="0" y="36002"/>
                    <a:pt x="5162" y="23539"/>
                    <a:pt x="14351" y="14351"/>
                  </a:cubicBezTo>
                  <a:cubicBezTo>
                    <a:pt x="23539" y="5162"/>
                    <a:pt x="36002" y="0"/>
                    <a:pt x="4899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8242" r="0" b="-814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29111" y="4934323"/>
            <a:ext cx="3634204" cy="4323977"/>
            <a:chOff x="0" y="0"/>
            <a:chExt cx="563033" cy="6698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3033" cy="669897"/>
            </a:xfrm>
            <a:custGeom>
              <a:avLst/>
              <a:gdLst/>
              <a:ahLst/>
              <a:cxnLst/>
              <a:rect r="r" b="b" t="t" l="l"/>
              <a:pathLst>
                <a:path h="669897" w="563033">
                  <a:moveTo>
                    <a:pt x="48997" y="0"/>
                  </a:moveTo>
                  <a:lnTo>
                    <a:pt x="514037" y="0"/>
                  </a:lnTo>
                  <a:cubicBezTo>
                    <a:pt x="527031" y="0"/>
                    <a:pt x="539494" y="5162"/>
                    <a:pt x="548683" y="14351"/>
                  </a:cubicBezTo>
                  <a:cubicBezTo>
                    <a:pt x="557871" y="23539"/>
                    <a:pt x="563033" y="36002"/>
                    <a:pt x="563033" y="48997"/>
                  </a:cubicBezTo>
                  <a:lnTo>
                    <a:pt x="563033" y="620900"/>
                  </a:lnTo>
                  <a:cubicBezTo>
                    <a:pt x="563033" y="647961"/>
                    <a:pt x="541097" y="669897"/>
                    <a:pt x="514037" y="669897"/>
                  </a:cubicBezTo>
                  <a:lnTo>
                    <a:pt x="48997" y="669897"/>
                  </a:lnTo>
                  <a:cubicBezTo>
                    <a:pt x="36002" y="669897"/>
                    <a:pt x="23539" y="664735"/>
                    <a:pt x="14351" y="655546"/>
                  </a:cubicBezTo>
                  <a:cubicBezTo>
                    <a:pt x="5162" y="646358"/>
                    <a:pt x="0" y="633895"/>
                    <a:pt x="0" y="620900"/>
                  </a:cubicBezTo>
                  <a:lnTo>
                    <a:pt x="0" y="48997"/>
                  </a:lnTo>
                  <a:cubicBezTo>
                    <a:pt x="0" y="36002"/>
                    <a:pt x="5162" y="23539"/>
                    <a:pt x="14351" y="14351"/>
                  </a:cubicBezTo>
                  <a:cubicBezTo>
                    <a:pt x="23539" y="5162"/>
                    <a:pt x="36002" y="0"/>
                    <a:pt x="48997" y="0"/>
                  </a:cubicBezTo>
                  <a:close/>
                </a:path>
              </a:pathLst>
            </a:custGeom>
            <a:blipFill>
              <a:blip r:embed="rId5"/>
              <a:stretch>
                <a:fillRect l="-39458" t="0" r="-39458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830015" y="7191316"/>
            <a:ext cx="8429285" cy="2066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BBCEAE"/>
                </a:solidFill>
                <a:latin typeface="Alice Bold"/>
                <a:ea typeface="Alice Bold"/>
                <a:cs typeface="Alice Bold"/>
                <a:sym typeface="Alice Bold"/>
              </a:rPr>
              <a:t>SKINCARE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444296" y="6809097"/>
            <a:ext cx="1229453" cy="574429"/>
            <a:chOff x="0" y="0"/>
            <a:chExt cx="323807" cy="1512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3807" cy="151290"/>
            </a:xfrm>
            <a:custGeom>
              <a:avLst/>
              <a:gdLst/>
              <a:ahLst/>
              <a:cxnLst/>
              <a:rect r="r" b="b" t="t" l="l"/>
              <a:pathLst>
                <a:path h="151290" w="323807">
                  <a:moveTo>
                    <a:pt x="75645" y="0"/>
                  </a:moveTo>
                  <a:lnTo>
                    <a:pt x="248161" y="0"/>
                  </a:lnTo>
                  <a:cubicBezTo>
                    <a:pt x="289939" y="0"/>
                    <a:pt x="323807" y="33867"/>
                    <a:pt x="323807" y="75645"/>
                  </a:cubicBezTo>
                  <a:lnTo>
                    <a:pt x="323807" y="75645"/>
                  </a:lnTo>
                  <a:cubicBezTo>
                    <a:pt x="323807" y="95707"/>
                    <a:pt x="315837" y="114948"/>
                    <a:pt x="301651" y="129134"/>
                  </a:cubicBezTo>
                  <a:cubicBezTo>
                    <a:pt x="287464" y="143320"/>
                    <a:pt x="268224" y="151290"/>
                    <a:pt x="248161" y="151290"/>
                  </a:cubicBezTo>
                  <a:lnTo>
                    <a:pt x="75645" y="151290"/>
                  </a:lnTo>
                  <a:cubicBezTo>
                    <a:pt x="33867" y="151290"/>
                    <a:pt x="0" y="117423"/>
                    <a:pt x="0" y="75645"/>
                  </a:cubicBezTo>
                  <a:lnTo>
                    <a:pt x="0" y="75645"/>
                  </a:lnTo>
                  <a:cubicBezTo>
                    <a:pt x="0" y="33867"/>
                    <a:pt x="33867" y="0"/>
                    <a:pt x="75645" y="0"/>
                  </a:cubicBezTo>
                  <a:close/>
                </a:path>
              </a:pathLst>
            </a:custGeom>
            <a:ln w="28575" cap="rnd">
              <a:solidFill>
                <a:srgbClr val="E9BFB9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23807" cy="189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5668986" y="7096312"/>
            <a:ext cx="780074" cy="0"/>
          </a:xfrm>
          <a:prstGeom prst="line">
            <a:avLst/>
          </a:prstGeom>
          <a:ln cap="flat" w="38100">
            <a:solidFill>
              <a:srgbClr val="E9BFB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8" id="18"/>
          <p:cNvSpPr txBox="true"/>
          <p:nvPr/>
        </p:nvSpPr>
        <p:spPr>
          <a:xfrm rot="0">
            <a:off x="1028700" y="479176"/>
            <a:ext cx="1316286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GLOWORA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45802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About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09439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Project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3075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36712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Team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6269458" y="472895"/>
            <a:ext cx="989842" cy="248722"/>
            <a:chOff x="0" y="0"/>
            <a:chExt cx="260699" cy="6550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0699" cy="65507"/>
            </a:xfrm>
            <a:custGeom>
              <a:avLst/>
              <a:gdLst/>
              <a:ahLst/>
              <a:cxnLst/>
              <a:rect r="r" b="b" t="t" l="l"/>
              <a:pathLst>
                <a:path h="65507" w="260699">
                  <a:moveTo>
                    <a:pt x="32754" y="0"/>
                  </a:moveTo>
                  <a:lnTo>
                    <a:pt x="227946" y="0"/>
                  </a:lnTo>
                  <a:cubicBezTo>
                    <a:pt x="236632" y="0"/>
                    <a:pt x="244963" y="3451"/>
                    <a:pt x="251106" y="9593"/>
                  </a:cubicBezTo>
                  <a:cubicBezTo>
                    <a:pt x="257248" y="15736"/>
                    <a:pt x="260699" y="24067"/>
                    <a:pt x="260699" y="32754"/>
                  </a:cubicBezTo>
                  <a:lnTo>
                    <a:pt x="260699" y="32754"/>
                  </a:lnTo>
                  <a:cubicBezTo>
                    <a:pt x="260699" y="50843"/>
                    <a:pt x="246035" y="65507"/>
                    <a:pt x="227946" y="65507"/>
                  </a:cubicBezTo>
                  <a:lnTo>
                    <a:pt x="32754" y="65507"/>
                  </a:lnTo>
                  <a:cubicBezTo>
                    <a:pt x="14664" y="65507"/>
                    <a:pt x="0" y="50843"/>
                    <a:pt x="0" y="32754"/>
                  </a:cubicBezTo>
                  <a:lnTo>
                    <a:pt x="0" y="32754"/>
                  </a:lnTo>
                  <a:cubicBezTo>
                    <a:pt x="0" y="14664"/>
                    <a:pt x="14664" y="0"/>
                    <a:pt x="32754" y="0"/>
                  </a:cubicBezTo>
                  <a:close/>
                </a:path>
              </a:pathLst>
            </a:custGeom>
            <a:ln w="19050" cap="rnd">
              <a:solidFill>
                <a:srgbClr val="486841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60699" cy="103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6269458" y="479176"/>
            <a:ext cx="989842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Contact us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5096153" y="472895"/>
            <a:ext cx="989842" cy="248722"/>
            <a:chOff x="0" y="0"/>
            <a:chExt cx="260699" cy="6550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0699" cy="65507"/>
            </a:xfrm>
            <a:custGeom>
              <a:avLst/>
              <a:gdLst/>
              <a:ahLst/>
              <a:cxnLst/>
              <a:rect r="r" b="b" t="t" l="l"/>
              <a:pathLst>
                <a:path h="65507" w="260699">
                  <a:moveTo>
                    <a:pt x="32754" y="0"/>
                  </a:moveTo>
                  <a:lnTo>
                    <a:pt x="227946" y="0"/>
                  </a:lnTo>
                  <a:cubicBezTo>
                    <a:pt x="236632" y="0"/>
                    <a:pt x="244963" y="3451"/>
                    <a:pt x="251106" y="9593"/>
                  </a:cubicBezTo>
                  <a:cubicBezTo>
                    <a:pt x="257248" y="15736"/>
                    <a:pt x="260699" y="24067"/>
                    <a:pt x="260699" y="32754"/>
                  </a:cubicBezTo>
                  <a:lnTo>
                    <a:pt x="260699" y="32754"/>
                  </a:lnTo>
                  <a:cubicBezTo>
                    <a:pt x="260699" y="50843"/>
                    <a:pt x="246035" y="65507"/>
                    <a:pt x="227946" y="65507"/>
                  </a:cubicBezTo>
                  <a:lnTo>
                    <a:pt x="32754" y="65507"/>
                  </a:lnTo>
                  <a:cubicBezTo>
                    <a:pt x="14664" y="65507"/>
                    <a:pt x="0" y="50843"/>
                    <a:pt x="0" y="32754"/>
                  </a:cubicBezTo>
                  <a:lnTo>
                    <a:pt x="0" y="32754"/>
                  </a:lnTo>
                  <a:cubicBezTo>
                    <a:pt x="0" y="14664"/>
                    <a:pt x="14664" y="0"/>
                    <a:pt x="32754" y="0"/>
                  </a:cubicBezTo>
                  <a:close/>
                </a:path>
              </a:pathLst>
            </a:custGeom>
            <a:ln w="19050" cap="rnd">
              <a:solidFill>
                <a:srgbClr val="486841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60699" cy="103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5096153" y="479176"/>
            <a:ext cx="989842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Buy Now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CE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24652" y="0"/>
            <a:ext cx="5963348" cy="10287000"/>
            <a:chOff x="0" y="0"/>
            <a:chExt cx="157059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059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570594">
                  <a:moveTo>
                    <a:pt x="0" y="0"/>
                  </a:moveTo>
                  <a:lnTo>
                    <a:pt x="1570594" y="0"/>
                  </a:lnTo>
                  <a:lnTo>
                    <a:pt x="15705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BFB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7059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69458" y="472895"/>
            <a:ext cx="989842" cy="248722"/>
            <a:chOff x="0" y="0"/>
            <a:chExt cx="260699" cy="655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0699" cy="65507"/>
            </a:xfrm>
            <a:custGeom>
              <a:avLst/>
              <a:gdLst/>
              <a:ahLst/>
              <a:cxnLst/>
              <a:rect r="r" b="b" t="t" l="l"/>
              <a:pathLst>
                <a:path h="65507" w="260699">
                  <a:moveTo>
                    <a:pt x="32754" y="0"/>
                  </a:moveTo>
                  <a:lnTo>
                    <a:pt x="227946" y="0"/>
                  </a:lnTo>
                  <a:cubicBezTo>
                    <a:pt x="236632" y="0"/>
                    <a:pt x="244963" y="3451"/>
                    <a:pt x="251106" y="9593"/>
                  </a:cubicBezTo>
                  <a:cubicBezTo>
                    <a:pt x="257248" y="15736"/>
                    <a:pt x="260699" y="24067"/>
                    <a:pt x="260699" y="32754"/>
                  </a:cubicBezTo>
                  <a:lnTo>
                    <a:pt x="260699" y="32754"/>
                  </a:lnTo>
                  <a:cubicBezTo>
                    <a:pt x="260699" y="50843"/>
                    <a:pt x="246035" y="65507"/>
                    <a:pt x="227946" y="65507"/>
                  </a:cubicBezTo>
                  <a:lnTo>
                    <a:pt x="32754" y="65507"/>
                  </a:lnTo>
                  <a:cubicBezTo>
                    <a:pt x="14664" y="65507"/>
                    <a:pt x="0" y="50843"/>
                    <a:pt x="0" y="32754"/>
                  </a:cubicBezTo>
                  <a:lnTo>
                    <a:pt x="0" y="32754"/>
                  </a:lnTo>
                  <a:cubicBezTo>
                    <a:pt x="0" y="14664"/>
                    <a:pt x="14664" y="0"/>
                    <a:pt x="32754" y="0"/>
                  </a:cubicBezTo>
                  <a:close/>
                </a:path>
              </a:pathLst>
            </a:custGeom>
            <a:ln w="19050" cap="rnd">
              <a:solidFill>
                <a:srgbClr val="48684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60699" cy="103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96153" y="472895"/>
            <a:ext cx="989842" cy="248722"/>
            <a:chOff x="0" y="0"/>
            <a:chExt cx="260699" cy="655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0699" cy="65507"/>
            </a:xfrm>
            <a:custGeom>
              <a:avLst/>
              <a:gdLst/>
              <a:ahLst/>
              <a:cxnLst/>
              <a:rect r="r" b="b" t="t" l="l"/>
              <a:pathLst>
                <a:path h="65507" w="260699">
                  <a:moveTo>
                    <a:pt x="32754" y="0"/>
                  </a:moveTo>
                  <a:lnTo>
                    <a:pt x="227946" y="0"/>
                  </a:lnTo>
                  <a:cubicBezTo>
                    <a:pt x="236632" y="0"/>
                    <a:pt x="244963" y="3451"/>
                    <a:pt x="251106" y="9593"/>
                  </a:cubicBezTo>
                  <a:cubicBezTo>
                    <a:pt x="257248" y="15736"/>
                    <a:pt x="260699" y="24067"/>
                    <a:pt x="260699" y="32754"/>
                  </a:cubicBezTo>
                  <a:lnTo>
                    <a:pt x="260699" y="32754"/>
                  </a:lnTo>
                  <a:cubicBezTo>
                    <a:pt x="260699" y="50843"/>
                    <a:pt x="246035" y="65507"/>
                    <a:pt x="227946" y="65507"/>
                  </a:cubicBezTo>
                  <a:lnTo>
                    <a:pt x="32754" y="65507"/>
                  </a:lnTo>
                  <a:cubicBezTo>
                    <a:pt x="14664" y="65507"/>
                    <a:pt x="0" y="50843"/>
                    <a:pt x="0" y="32754"/>
                  </a:cubicBezTo>
                  <a:lnTo>
                    <a:pt x="0" y="32754"/>
                  </a:lnTo>
                  <a:cubicBezTo>
                    <a:pt x="0" y="14664"/>
                    <a:pt x="14664" y="0"/>
                    <a:pt x="32754" y="0"/>
                  </a:cubicBezTo>
                  <a:close/>
                </a:path>
              </a:pathLst>
            </a:custGeom>
            <a:ln w="19050" cap="rnd">
              <a:solidFill>
                <a:srgbClr val="486841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0699" cy="103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479176"/>
            <a:ext cx="1316286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GLOWORA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45802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09439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Project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73075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36712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Team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269458" y="479176"/>
            <a:ext cx="989842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Contact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96153" y="479176"/>
            <a:ext cx="989842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Buy Now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724685" y="5608380"/>
            <a:ext cx="7534615" cy="3649920"/>
            <a:chOff x="0" y="0"/>
            <a:chExt cx="1167309" cy="5654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67309" cy="565468"/>
            </a:xfrm>
            <a:custGeom>
              <a:avLst/>
              <a:gdLst/>
              <a:ahLst/>
              <a:cxnLst/>
              <a:rect r="r" b="b" t="t" l="l"/>
              <a:pathLst>
                <a:path h="565468" w="1167309">
                  <a:moveTo>
                    <a:pt x="23633" y="0"/>
                  </a:moveTo>
                  <a:lnTo>
                    <a:pt x="1143676" y="0"/>
                  </a:lnTo>
                  <a:cubicBezTo>
                    <a:pt x="1149944" y="0"/>
                    <a:pt x="1155955" y="2490"/>
                    <a:pt x="1160387" y="6922"/>
                  </a:cubicBezTo>
                  <a:cubicBezTo>
                    <a:pt x="1164819" y="11354"/>
                    <a:pt x="1167309" y="17365"/>
                    <a:pt x="1167309" y="23633"/>
                  </a:cubicBezTo>
                  <a:lnTo>
                    <a:pt x="1167309" y="541835"/>
                  </a:lnTo>
                  <a:cubicBezTo>
                    <a:pt x="1167309" y="554887"/>
                    <a:pt x="1156728" y="565468"/>
                    <a:pt x="1143676" y="565468"/>
                  </a:cubicBezTo>
                  <a:lnTo>
                    <a:pt x="23633" y="565468"/>
                  </a:lnTo>
                  <a:cubicBezTo>
                    <a:pt x="10581" y="565468"/>
                    <a:pt x="0" y="554887"/>
                    <a:pt x="0" y="541835"/>
                  </a:cubicBezTo>
                  <a:lnTo>
                    <a:pt x="0" y="23633"/>
                  </a:lnTo>
                  <a:cubicBezTo>
                    <a:pt x="0" y="10581"/>
                    <a:pt x="10581" y="0"/>
                    <a:pt x="2363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5616" r="0" b="-1166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949" y="1777771"/>
            <a:ext cx="8429285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sz="9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GLOWORA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9949" y="4324413"/>
            <a:ext cx="7100714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 spc="5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Simple and gentle skincare products made for everyday use.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9949" y="3539933"/>
            <a:ext cx="5679814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Daily Skincare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9949" y="8892540"/>
            <a:ext cx="34991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www.glowora</a:t>
            </a:r>
            <a:r>
              <a:rPr lang="en-US" sz="21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.com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724685" y="4588133"/>
            <a:ext cx="1229453" cy="574429"/>
            <a:chOff x="0" y="0"/>
            <a:chExt cx="323807" cy="1512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3807" cy="151290"/>
            </a:xfrm>
            <a:custGeom>
              <a:avLst/>
              <a:gdLst/>
              <a:ahLst/>
              <a:cxnLst/>
              <a:rect r="r" b="b" t="t" l="l"/>
              <a:pathLst>
                <a:path h="151290" w="323807">
                  <a:moveTo>
                    <a:pt x="75645" y="0"/>
                  </a:moveTo>
                  <a:lnTo>
                    <a:pt x="248161" y="0"/>
                  </a:lnTo>
                  <a:cubicBezTo>
                    <a:pt x="289939" y="0"/>
                    <a:pt x="323807" y="33867"/>
                    <a:pt x="323807" y="75645"/>
                  </a:cubicBezTo>
                  <a:lnTo>
                    <a:pt x="323807" y="75645"/>
                  </a:lnTo>
                  <a:cubicBezTo>
                    <a:pt x="323807" y="95707"/>
                    <a:pt x="315837" y="114948"/>
                    <a:pt x="301651" y="129134"/>
                  </a:cubicBezTo>
                  <a:cubicBezTo>
                    <a:pt x="287464" y="143320"/>
                    <a:pt x="268224" y="151290"/>
                    <a:pt x="248161" y="151290"/>
                  </a:cubicBezTo>
                  <a:lnTo>
                    <a:pt x="75645" y="151290"/>
                  </a:lnTo>
                  <a:cubicBezTo>
                    <a:pt x="33867" y="151290"/>
                    <a:pt x="0" y="117423"/>
                    <a:pt x="0" y="75645"/>
                  </a:cubicBezTo>
                  <a:lnTo>
                    <a:pt x="0" y="75645"/>
                  </a:lnTo>
                  <a:cubicBezTo>
                    <a:pt x="0" y="33867"/>
                    <a:pt x="33867" y="0"/>
                    <a:pt x="75645" y="0"/>
                  </a:cubicBezTo>
                  <a:close/>
                </a:path>
              </a:pathLst>
            </a:custGeom>
            <a:ln w="28575" cap="rnd">
              <a:solidFill>
                <a:srgbClr val="486841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23807" cy="189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9949374" y="4875347"/>
            <a:ext cx="780074" cy="0"/>
          </a:xfrm>
          <a:prstGeom prst="line">
            <a:avLst/>
          </a:prstGeom>
          <a:ln cap="flat" w="38100">
            <a:solidFill>
              <a:srgbClr val="48684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8" id="28"/>
          <p:cNvSpPr txBox="true"/>
          <p:nvPr/>
        </p:nvSpPr>
        <p:spPr>
          <a:xfrm rot="0">
            <a:off x="1028700" y="6103385"/>
            <a:ext cx="2282239" cy="3549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3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Clean · Hydrate · Protect</a:t>
            </a:r>
          </a:p>
          <a:p>
            <a:pPr algn="l">
              <a:lnSpc>
                <a:spcPts val="11200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3919856" y="6983115"/>
            <a:ext cx="4260807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47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Care for healthy-looking skin every day.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19856" y="6208160"/>
            <a:ext cx="340819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Everyday Care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181215" y="1493580"/>
            <a:ext cx="4078085" cy="3649920"/>
            <a:chOff x="0" y="0"/>
            <a:chExt cx="631802" cy="5654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1802" cy="565468"/>
            </a:xfrm>
            <a:custGeom>
              <a:avLst/>
              <a:gdLst/>
              <a:ahLst/>
              <a:cxnLst/>
              <a:rect r="r" b="b" t="t" l="l"/>
              <a:pathLst>
                <a:path h="565468" w="631802">
                  <a:moveTo>
                    <a:pt x="43664" y="0"/>
                  </a:moveTo>
                  <a:lnTo>
                    <a:pt x="588138" y="0"/>
                  </a:lnTo>
                  <a:cubicBezTo>
                    <a:pt x="599719" y="0"/>
                    <a:pt x="610825" y="4600"/>
                    <a:pt x="619013" y="12789"/>
                  </a:cubicBezTo>
                  <a:cubicBezTo>
                    <a:pt x="627202" y="20977"/>
                    <a:pt x="631802" y="32083"/>
                    <a:pt x="631802" y="43664"/>
                  </a:cubicBezTo>
                  <a:lnTo>
                    <a:pt x="631802" y="521804"/>
                  </a:lnTo>
                  <a:cubicBezTo>
                    <a:pt x="631802" y="533385"/>
                    <a:pt x="627202" y="544491"/>
                    <a:pt x="619013" y="552679"/>
                  </a:cubicBezTo>
                  <a:cubicBezTo>
                    <a:pt x="610825" y="560868"/>
                    <a:pt x="599719" y="565468"/>
                    <a:pt x="588138" y="565468"/>
                  </a:cubicBezTo>
                  <a:lnTo>
                    <a:pt x="43664" y="565468"/>
                  </a:lnTo>
                  <a:cubicBezTo>
                    <a:pt x="32083" y="565468"/>
                    <a:pt x="20977" y="560868"/>
                    <a:pt x="12789" y="552679"/>
                  </a:cubicBezTo>
                  <a:cubicBezTo>
                    <a:pt x="4600" y="544491"/>
                    <a:pt x="0" y="533385"/>
                    <a:pt x="0" y="521804"/>
                  </a:cubicBezTo>
                  <a:lnTo>
                    <a:pt x="0" y="43664"/>
                  </a:lnTo>
                  <a:cubicBezTo>
                    <a:pt x="0" y="32083"/>
                    <a:pt x="4600" y="20977"/>
                    <a:pt x="12789" y="12789"/>
                  </a:cubicBezTo>
                  <a:cubicBezTo>
                    <a:pt x="20977" y="4600"/>
                    <a:pt x="32083" y="0"/>
                    <a:pt x="4366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4008" r="0" b="-34008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CE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79176"/>
            <a:ext cx="1316286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GLOWORA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45802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About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09439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73075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36712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Team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269458" y="472895"/>
            <a:ext cx="989842" cy="248722"/>
            <a:chOff x="0" y="0"/>
            <a:chExt cx="260699" cy="655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0699" cy="65507"/>
            </a:xfrm>
            <a:custGeom>
              <a:avLst/>
              <a:gdLst/>
              <a:ahLst/>
              <a:cxnLst/>
              <a:rect r="r" b="b" t="t" l="l"/>
              <a:pathLst>
                <a:path h="65507" w="260699">
                  <a:moveTo>
                    <a:pt x="32754" y="0"/>
                  </a:moveTo>
                  <a:lnTo>
                    <a:pt x="227946" y="0"/>
                  </a:lnTo>
                  <a:cubicBezTo>
                    <a:pt x="236632" y="0"/>
                    <a:pt x="244963" y="3451"/>
                    <a:pt x="251106" y="9593"/>
                  </a:cubicBezTo>
                  <a:cubicBezTo>
                    <a:pt x="257248" y="15736"/>
                    <a:pt x="260699" y="24067"/>
                    <a:pt x="260699" y="32754"/>
                  </a:cubicBezTo>
                  <a:lnTo>
                    <a:pt x="260699" y="32754"/>
                  </a:lnTo>
                  <a:cubicBezTo>
                    <a:pt x="260699" y="50843"/>
                    <a:pt x="246035" y="65507"/>
                    <a:pt x="227946" y="65507"/>
                  </a:cubicBezTo>
                  <a:lnTo>
                    <a:pt x="32754" y="65507"/>
                  </a:lnTo>
                  <a:cubicBezTo>
                    <a:pt x="14664" y="65507"/>
                    <a:pt x="0" y="50843"/>
                    <a:pt x="0" y="32754"/>
                  </a:cubicBezTo>
                  <a:lnTo>
                    <a:pt x="0" y="32754"/>
                  </a:lnTo>
                  <a:cubicBezTo>
                    <a:pt x="0" y="14664"/>
                    <a:pt x="14664" y="0"/>
                    <a:pt x="32754" y="0"/>
                  </a:cubicBezTo>
                  <a:close/>
                </a:path>
              </a:pathLst>
            </a:custGeom>
            <a:ln w="19050" cap="rnd">
              <a:solidFill>
                <a:srgbClr val="486841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0699" cy="103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269458" y="479176"/>
            <a:ext cx="989842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Contact us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096153" y="472895"/>
            <a:ext cx="989842" cy="248722"/>
            <a:chOff x="0" y="0"/>
            <a:chExt cx="260699" cy="655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0699" cy="65507"/>
            </a:xfrm>
            <a:custGeom>
              <a:avLst/>
              <a:gdLst/>
              <a:ahLst/>
              <a:cxnLst/>
              <a:rect r="r" b="b" t="t" l="l"/>
              <a:pathLst>
                <a:path h="65507" w="260699">
                  <a:moveTo>
                    <a:pt x="32754" y="0"/>
                  </a:moveTo>
                  <a:lnTo>
                    <a:pt x="227946" y="0"/>
                  </a:lnTo>
                  <a:cubicBezTo>
                    <a:pt x="236632" y="0"/>
                    <a:pt x="244963" y="3451"/>
                    <a:pt x="251106" y="9593"/>
                  </a:cubicBezTo>
                  <a:cubicBezTo>
                    <a:pt x="257248" y="15736"/>
                    <a:pt x="260699" y="24067"/>
                    <a:pt x="260699" y="32754"/>
                  </a:cubicBezTo>
                  <a:lnTo>
                    <a:pt x="260699" y="32754"/>
                  </a:lnTo>
                  <a:cubicBezTo>
                    <a:pt x="260699" y="50843"/>
                    <a:pt x="246035" y="65507"/>
                    <a:pt x="227946" y="65507"/>
                  </a:cubicBezTo>
                  <a:lnTo>
                    <a:pt x="32754" y="65507"/>
                  </a:lnTo>
                  <a:cubicBezTo>
                    <a:pt x="14664" y="65507"/>
                    <a:pt x="0" y="50843"/>
                    <a:pt x="0" y="32754"/>
                  </a:cubicBezTo>
                  <a:lnTo>
                    <a:pt x="0" y="32754"/>
                  </a:lnTo>
                  <a:cubicBezTo>
                    <a:pt x="0" y="14664"/>
                    <a:pt x="14664" y="0"/>
                    <a:pt x="32754" y="0"/>
                  </a:cubicBezTo>
                  <a:close/>
                </a:path>
              </a:pathLst>
            </a:custGeom>
            <a:ln w="19050" cap="rnd">
              <a:solidFill>
                <a:srgbClr val="486841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60699" cy="103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096153" y="479176"/>
            <a:ext cx="989842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Buy Now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939713" y="1493580"/>
            <a:ext cx="8601226" cy="3649920"/>
            <a:chOff x="0" y="0"/>
            <a:chExt cx="2265344" cy="9612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65344" cy="961296"/>
            </a:xfrm>
            <a:custGeom>
              <a:avLst/>
              <a:gdLst/>
              <a:ahLst/>
              <a:cxnLst/>
              <a:rect r="r" b="b" t="t" l="l"/>
              <a:pathLst>
                <a:path h="961296" w="2265344">
                  <a:moveTo>
                    <a:pt x="0" y="0"/>
                  </a:moveTo>
                  <a:lnTo>
                    <a:pt x="2265344" y="0"/>
                  </a:lnTo>
                  <a:lnTo>
                    <a:pt x="2265344" y="961296"/>
                  </a:lnTo>
                  <a:lnTo>
                    <a:pt x="0" y="961296"/>
                  </a:lnTo>
                  <a:close/>
                </a:path>
              </a:pathLst>
            </a:custGeom>
            <a:solidFill>
              <a:srgbClr val="E9BFB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265344" cy="999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181215" y="1493580"/>
            <a:ext cx="4078085" cy="3649920"/>
            <a:chOff x="0" y="0"/>
            <a:chExt cx="631802" cy="5654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1802" cy="565468"/>
            </a:xfrm>
            <a:custGeom>
              <a:avLst/>
              <a:gdLst/>
              <a:ahLst/>
              <a:cxnLst/>
              <a:rect r="r" b="b" t="t" l="l"/>
              <a:pathLst>
                <a:path h="565468" w="631802">
                  <a:moveTo>
                    <a:pt x="43664" y="0"/>
                  </a:moveTo>
                  <a:lnTo>
                    <a:pt x="588138" y="0"/>
                  </a:lnTo>
                  <a:cubicBezTo>
                    <a:pt x="599719" y="0"/>
                    <a:pt x="610825" y="4600"/>
                    <a:pt x="619013" y="12789"/>
                  </a:cubicBezTo>
                  <a:cubicBezTo>
                    <a:pt x="627202" y="20977"/>
                    <a:pt x="631802" y="32083"/>
                    <a:pt x="631802" y="43664"/>
                  </a:cubicBezTo>
                  <a:lnTo>
                    <a:pt x="631802" y="521804"/>
                  </a:lnTo>
                  <a:cubicBezTo>
                    <a:pt x="631802" y="533385"/>
                    <a:pt x="627202" y="544491"/>
                    <a:pt x="619013" y="552679"/>
                  </a:cubicBezTo>
                  <a:cubicBezTo>
                    <a:pt x="610825" y="560868"/>
                    <a:pt x="599719" y="565468"/>
                    <a:pt x="588138" y="565468"/>
                  </a:cubicBezTo>
                  <a:lnTo>
                    <a:pt x="43664" y="565468"/>
                  </a:lnTo>
                  <a:cubicBezTo>
                    <a:pt x="32083" y="565468"/>
                    <a:pt x="20977" y="560868"/>
                    <a:pt x="12789" y="552679"/>
                  </a:cubicBezTo>
                  <a:cubicBezTo>
                    <a:pt x="4600" y="544491"/>
                    <a:pt x="0" y="533385"/>
                    <a:pt x="0" y="521804"/>
                  </a:cubicBezTo>
                  <a:lnTo>
                    <a:pt x="0" y="43664"/>
                  </a:lnTo>
                  <a:cubicBezTo>
                    <a:pt x="0" y="32083"/>
                    <a:pt x="4600" y="20977"/>
                    <a:pt x="12789" y="12789"/>
                  </a:cubicBezTo>
                  <a:cubicBezTo>
                    <a:pt x="20977" y="4600"/>
                    <a:pt x="32083" y="0"/>
                    <a:pt x="4366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-39663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28700" y="1493580"/>
            <a:ext cx="4078085" cy="3649920"/>
            <a:chOff x="0" y="0"/>
            <a:chExt cx="631802" cy="5654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1802" cy="565468"/>
            </a:xfrm>
            <a:custGeom>
              <a:avLst/>
              <a:gdLst/>
              <a:ahLst/>
              <a:cxnLst/>
              <a:rect r="r" b="b" t="t" l="l"/>
              <a:pathLst>
                <a:path h="565468" w="631802">
                  <a:moveTo>
                    <a:pt x="43664" y="0"/>
                  </a:moveTo>
                  <a:lnTo>
                    <a:pt x="588138" y="0"/>
                  </a:lnTo>
                  <a:cubicBezTo>
                    <a:pt x="599719" y="0"/>
                    <a:pt x="610825" y="4600"/>
                    <a:pt x="619013" y="12789"/>
                  </a:cubicBezTo>
                  <a:cubicBezTo>
                    <a:pt x="627202" y="20977"/>
                    <a:pt x="631802" y="32083"/>
                    <a:pt x="631802" y="43664"/>
                  </a:cubicBezTo>
                  <a:lnTo>
                    <a:pt x="631802" y="521804"/>
                  </a:lnTo>
                  <a:cubicBezTo>
                    <a:pt x="631802" y="533385"/>
                    <a:pt x="627202" y="544491"/>
                    <a:pt x="619013" y="552679"/>
                  </a:cubicBezTo>
                  <a:cubicBezTo>
                    <a:pt x="610825" y="560868"/>
                    <a:pt x="599719" y="565468"/>
                    <a:pt x="588138" y="565468"/>
                  </a:cubicBezTo>
                  <a:lnTo>
                    <a:pt x="43664" y="565468"/>
                  </a:lnTo>
                  <a:cubicBezTo>
                    <a:pt x="32083" y="565468"/>
                    <a:pt x="20977" y="560868"/>
                    <a:pt x="12789" y="552679"/>
                  </a:cubicBezTo>
                  <a:cubicBezTo>
                    <a:pt x="4600" y="544491"/>
                    <a:pt x="0" y="533385"/>
                    <a:pt x="0" y="521804"/>
                  </a:cubicBezTo>
                  <a:lnTo>
                    <a:pt x="0" y="43664"/>
                  </a:lnTo>
                  <a:cubicBezTo>
                    <a:pt x="0" y="32083"/>
                    <a:pt x="4600" y="20977"/>
                    <a:pt x="12789" y="12789"/>
                  </a:cubicBezTo>
                  <a:cubicBezTo>
                    <a:pt x="20977" y="4600"/>
                    <a:pt x="32083" y="0"/>
                    <a:pt x="4366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6479" r="0" b="-33183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775298" y="2461290"/>
            <a:ext cx="6737404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sz="9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S</a:t>
            </a:r>
            <a:r>
              <a:rPr lang="en-US" sz="9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kin Ritual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5791000"/>
            <a:ext cx="2282239" cy="138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8220189"/>
            <a:ext cx="4260807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47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Start your day with a gentle cleanser and moisturizer to keep your skin fresh and hydrated.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7445234"/>
            <a:ext cx="340819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</a:t>
            </a:r>
            <a:r>
              <a:rPr lang="en-US" b="true" sz="2799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orning Glow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98493" y="5743575"/>
            <a:ext cx="2282239" cy="138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98493" y="8172763"/>
            <a:ext cx="4260807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47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Follow a simple skincare routine every day to keep your skin clean, healthy and balanced.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98493" y="7397809"/>
            <a:ext cx="3408191" cy="49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Da</a:t>
            </a:r>
            <a:r>
              <a:rPr lang="en-US" b="true" sz="2799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ily Balance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13596" y="5743575"/>
            <a:ext cx="2282239" cy="138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13596" y="8174354"/>
            <a:ext cx="340819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spc="44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Cleanse your skin at night and apply a moisturizer to help your skin feel soft and refreshed.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13596" y="7397809"/>
            <a:ext cx="3408191" cy="49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Even</a:t>
            </a:r>
            <a:r>
              <a:rPr lang="en-US" b="true" sz="2799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ing Renewal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CE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79176"/>
            <a:ext cx="1316286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GLOWORA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45802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About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09439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73075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36712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Team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269458" y="472895"/>
            <a:ext cx="989842" cy="248722"/>
            <a:chOff x="0" y="0"/>
            <a:chExt cx="260699" cy="655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0699" cy="65507"/>
            </a:xfrm>
            <a:custGeom>
              <a:avLst/>
              <a:gdLst/>
              <a:ahLst/>
              <a:cxnLst/>
              <a:rect r="r" b="b" t="t" l="l"/>
              <a:pathLst>
                <a:path h="65507" w="260699">
                  <a:moveTo>
                    <a:pt x="32754" y="0"/>
                  </a:moveTo>
                  <a:lnTo>
                    <a:pt x="227946" y="0"/>
                  </a:lnTo>
                  <a:cubicBezTo>
                    <a:pt x="236632" y="0"/>
                    <a:pt x="244963" y="3451"/>
                    <a:pt x="251106" y="9593"/>
                  </a:cubicBezTo>
                  <a:cubicBezTo>
                    <a:pt x="257248" y="15736"/>
                    <a:pt x="260699" y="24067"/>
                    <a:pt x="260699" y="32754"/>
                  </a:cubicBezTo>
                  <a:lnTo>
                    <a:pt x="260699" y="32754"/>
                  </a:lnTo>
                  <a:cubicBezTo>
                    <a:pt x="260699" y="50843"/>
                    <a:pt x="246035" y="65507"/>
                    <a:pt x="227946" y="65507"/>
                  </a:cubicBezTo>
                  <a:lnTo>
                    <a:pt x="32754" y="65507"/>
                  </a:lnTo>
                  <a:cubicBezTo>
                    <a:pt x="14664" y="65507"/>
                    <a:pt x="0" y="50843"/>
                    <a:pt x="0" y="32754"/>
                  </a:cubicBezTo>
                  <a:lnTo>
                    <a:pt x="0" y="32754"/>
                  </a:lnTo>
                  <a:cubicBezTo>
                    <a:pt x="0" y="14664"/>
                    <a:pt x="14664" y="0"/>
                    <a:pt x="32754" y="0"/>
                  </a:cubicBezTo>
                  <a:close/>
                </a:path>
              </a:pathLst>
            </a:custGeom>
            <a:ln w="19050" cap="rnd">
              <a:solidFill>
                <a:srgbClr val="486841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0699" cy="103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269458" y="479176"/>
            <a:ext cx="989842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Contact us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096153" y="472895"/>
            <a:ext cx="989842" cy="248722"/>
            <a:chOff x="0" y="0"/>
            <a:chExt cx="260699" cy="655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0699" cy="65507"/>
            </a:xfrm>
            <a:custGeom>
              <a:avLst/>
              <a:gdLst/>
              <a:ahLst/>
              <a:cxnLst/>
              <a:rect r="r" b="b" t="t" l="l"/>
              <a:pathLst>
                <a:path h="65507" w="260699">
                  <a:moveTo>
                    <a:pt x="32754" y="0"/>
                  </a:moveTo>
                  <a:lnTo>
                    <a:pt x="227946" y="0"/>
                  </a:lnTo>
                  <a:cubicBezTo>
                    <a:pt x="236632" y="0"/>
                    <a:pt x="244963" y="3451"/>
                    <a:pt x="251106" y="9593"/>
                  </a:cubicBezTo>
                  <a:cubicBezTo>
                    <a:pt x="257248" y="15736"/>
                    <a:pt x="260699" y="24067"/>
                    <a:pt x="260699" y="32754"/>
                  </a:cubicBezTo>
                  <a:lnTo>
                    <a:pt x="260699" y="32754"/>
                  </a:lnTo>
                  <a:cubicBezTo>
                    <a:pt x="260699" y="50843"/>
                    <a:pt x="246035" y="65507"/>
                    <a:pt x="227946" y="65507"/>
                  </a:cubicBezTo>
                  <a:lnTo>
                    <a:pt x="32754" y="65507"/>
                  </a:lnTo>
                  <a:cubicBezTo>
                    <a:pt x="14664" y="65507"/>
                    <a:pt x="0" y="50843"/>
                    <a:pt x="0" y="32754"/>
                  </a:cubicBezTo>
                  <a:lnTo>
                    <a:pt x="0" y="32754"/>
                  </a:lnTo>
                  <a:cubicBezTo>
                    <a:pt x="0" y="14664"/>
                    <a:pt x="14664" y="0"/>
                    <a:pt x="32754" y="0"/>
                  </a:cubicBezTo>
                  <a:close/>
                </a:path>
              </a:pathLst>
            </a:custGeom>
            <a:ln w="19050" cap="rnd">
              <a:solidFill>
                <a:srgbClr val="486841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60699" cy="103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096153" y="479176"/>
            <a:ext cx="989842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Buy Now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266986" y="1028700"/>
            <a:ext cx="4078085" cy="8229600"/>
            <a:chOff x="0" y="0"/>
            <a:chExt cx="631802" cy="12749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1802" cy="1274980"/>
            </a:xfrm>
            <a:custGeom>
              <a:avLst/>
              <a:gdLst/>
              <a:ahLst/>
              <a:cxnLst/>
              <a:rect r="r" b="b" t="t" l="l"/>
              <a:pathLst>
                <a:path h="1274980" w="631802">
                  <a:moveTo>
                    <a:pt x="43664" y="0"/>
                  </a:moveTo>
                  <a:lnTo>
                    <a:pt x="588138" y="0"/>
                  </a:lnTo>
                  <a:cubicBezTo>
                    <a:pt x="599719" y="0"/>
                    <a:pt x="610825" y="4600"/>
                    <a:pt x="619013" y="12789"/>
                  </a:cubicBezTo>
                  <a:cubicBezTo>
                    <a:pt x="627202" y="20977"/>
                    <a:pt x="631802" y="32083"/>
                    <a:pt x="631802" y="43664"/>
                  </a:cubicBezTo>
                  <a:lnTo>
                    <a:pt x="631802" y="1231317"/>
                  </a:lnTo>
                  <a:cubicBezTo>
                    <a:pt x="631802" y="1242897"/>
                    <a:pt x="627202" y="1254003"/>
                    <a:pt x="619013" y="1262192"/>
                  </a:cubicBezTo>
                  <a:cubicBezTo>
                    <a:pt x="610825" y="1270380"/>
                    <a:pt x="599719" y="1274980"/>
                    <a:pt x="588138" y="1274980"/>
                  </a:cubicBezTo>
                  <a:lnTo>
                    <a:pt x="43664" y="1274980"/>
                  </a:lnTo>
                  <a:cubicBezTo>
                    <a:pt x="32083" y="1274980"/>
                    <a:pt x="20977" y="1270380"/>
                    <a:pt x="12789" y="1262192"/>
                  </a:cubicBezTo>
                  <a:cubicBezTo>
                    <a:pt x="4600" y="1254003"/>
                    <a:pt x="0" y="1242897"/>
                    <a:pt x="0" y="1231317"/>
                  </a:cubicBezTo>
                  <a:lnTo>
                    <a:pt x="0" y="43664"/>
                  </a:lnTo>
                  <a:cubicBezTo>
                    <a:pt x="0" y="32083"/>
                    <a:pt x="4600" y="20977"/>
                    <a:pt x="12789" y="12789"/>
                  </a:cubicBezTo>
                  <a:cubicBezTo>
                    <a:pt x="20977" y="4600"/>
                    <a:pt x="32083" y="0"/>
                    <a:pt x="43664" y="0"/>
                  </a:cubicBezTo>
                  <a:close/>
                </a:path>
              </a:pathLst>
            </a:custGeom>
            <a:blipFill>
              <a:blip r:embed="rId2"/>
              <a:stretch>
                <a:fillRect l="-25675" t="0" r="-25675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36532" y="2024017"/>
            <a:ext cx="6027906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Da</a:t>
            </a:r>
            <a:r>
              <a:rPr lang="en-US" sz="9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ily Glow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5791000"/>
            <a:ext cx="2282239" cy="138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45%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8220189"/>
            <a:ext cx="4260807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47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Start your day with gentle skincare to keep your skin fresh, soft and glowing.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7445234"/>
            <a:ext cx="3408191" cy="49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</a:t>
            </a:r>
            <a:r>
              <a:rPr lang="en-US" b="true" sz="2799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orning Radiance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65749" y="5764514"/>
            <a:ext cx="2282239" cy="138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50%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65749" y="8193703"/>
            <a:ext cx="426080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spc="44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Use simple skincare products to maintain healthy and naturally glowing skin.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65749" y="7418748"/>
            <a:ext cx="3408191" cy="49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Natu</a:t>
            </a:r>
            <a:r>
              <a:rPr lang="en-US" b="true" sz="2799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ral Luminosity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36227" y="1714501"/>
            <a:ext cx="2282239" cy="138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40%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36227" y="4153215"/>
            <a:ext cx="4260807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 spc="5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Cleanse and moisturize your skin regularly for a clean and fresh look.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36227" y="3368735"/>
            <a:ext cx="3408191" cy="49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Fresh C</a:t>
            </a:r>
            <a:r>
              <a:rPr lang="en-US" b="true" sz="2799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omplexion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5679" y="3480115"/>
            <a:ext cx="657130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6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Keep your skin fresh, hydrated and naturally glowing with a simple daily skincare routine.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28700" y="4858420"/>
            <a:ext cx="1229453" cy="574429"/>
            <a:chOff x="0" y="0"/>
            <a:chExt cx="323807" cy="1512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3807" cy="151290"/>
            </a:xfrm>
            <a:custGeom>
              <a:avLst/>
              <a:gdLst/>
              <a:ahLst/>
              <a:cxnLst/>
              <a:rect r="r" b="b" t="t" l="l"/>
              <a:pathLst>
                <a:path h="151290" w="323807">
                  <a:moveTo>
                    <a:pt x="75645" y="0"/>
                  </a:moveTo>
                  <a:lnTo>
                    <a:pt x="248161" y="0"/>
                  </a:lnTo>
                  <a:cubicBezTo>
                    <a:pt x="289939" y="0"/>
                    <a:pt x="323807" y="33867"/>
                    <a:pt x="323807" y="75645"/>
                  </a:cubicBezTo>
                  <a:lnTo>
                    <a:pt x="323807" y="75645"/>
                  </a:lnTo>
                  <a:cubicBezTo>
                    <a:pt x="323807" y="95707"/>
                    <a:pt x="315837" y="114948"/>
                    <a:pt x="301651" y="129134"/>
                  </a:cubicBezTo>
                  <a:cubicBezTo>
                    <a:pt x="287464" y="143320"/>
                    <a:pt x="268224" y="151290"/>
                    <a:pt x="248161" y="151290"/>
                  </a:cubicBezTo>
                  <a:lnTo>
                    <a:pt x="75645" y="151290"/>
                  </a:lnTo>
                  <a:cubicBezTo>
                    <a:pt x="33867" y="151290"/>
                    <a:pt x="0" y="117423"/>
                    <a:pt x="0" y="75645"/>
                  </a:cubicBezTo>
                  <a:lnTo>
                    <a:pt x="0" y="75645"/>
                  </a:lnTo>
                  <a:cubicBezTo>
                    <a:pt x="0" y="33867"/>
                    <a:pt x="33867" y="0"/>
                    <a:pt x="75645" y="0"/>
                  </a:cubicBezTo>
                  <a:close/>
                </a:path>
              </a:pathLst>
            </a:custGeom>
            <a:ln w="28575" cap="rnd">
              <a:solidFill>
                <a:srgbClr val="486841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23807" cy="189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253389" y="5145634"/>
            <a:ext cx="780074" cy="0"/>
          </a:xfrm>
          <a:prstGeom prst="line">
            <a:avLst/>
          </a:prstGeom>
          <a:ln cap="flat" w="38100">
            <a:solidFill>
              <a:srgbClr val="486841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CE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79176"/>
            <a:ext cx="1316286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GLOWORA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45802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About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09439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73075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36712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Team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269458" y="472895"/>
            <a:ext cx="989842" cy="248722"/>
            <a:chOff x="0" y="0"/>
            <a:chExt cx="260699" cy="655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0699" cy="65507"/>
            </a:xfrm>
            <a:custGeom>
              <a:avLst/>
              <a:gdLst/>
              <a:ahLst/>
              <a:cxnLst/>
              <a:rect r="r" b="b" t="t" l="l"/>
              <a:pathLst>
                <a:path h="65507" w="260699">
                  <a:moveTo>
                    <a:pt x="32754" y="0"/>
                  </a:moveTo>
                  <a:lnTo>
                    <a:pt x="227946" y="0"/>
                  </a:lnTo>
                  <a:cubicBezTo>
                    <a:pt x="236632" y="0"/>
                    <a:pt x="244963" y="3451"/>
                    <a:pt x="251106" y="9593"/>
                  </a:cubicBezTo>
                  <a:cubicBezTo>
                    <a:pt x="257248" y="15736"/>
                    <a:pt x="260699" y="24067"/>
                    <a:pt x="260699" y="32754"/>
                  </a:cubicBezTo>
                  <a:lnTo>
                    <a:pt x="260699" y="32754"/>
                  </a:lnTo>
                  <a:cubicBezTo>
                    <a:pt x="260699" y="50843"/>
                    <a:pt x="246035" y="65507"/>
                    <a:pt x="227946" y="65507"/>
                  </a:cubicBezTo>
                  <a:lnTo>
                    <a:pt x="32754" y="65507"/>
                  </a:lnTo>
                  <a:cubicBezTo>
                    <a:pt x="14664" y="65507"/>
                    <a:pt x="0" y="50843"/>
                    <a:pt x="0" y="32754"/>
                  </a:cubicBezTo>
                  <a:lnTo>
                    <a:pt x="0" y="32754"/>
                  </a:lnTo>
                  <a:cubicBezTo>
                    <a:pt x="0" y="14664"/>
                    <a:pt x="14664" y="0"/>
                    <a:pt x="32754" y="0"/>
                  </a:cubicBezTo>
                  <a:close/>
                </a:path>
              </a:pathLst>
            </a:custGeom>
            <a:ln w="19050" cap="rnd">
              <a:solidFill>
                <a:srgbClr val="486841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0699" cy="103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269458" y="479176"/>
            <a:ext cx="989842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Contact us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096153" y="472895"/>
            <a:ext cx="989842" cy="248722"/>
            <a:chOff x="0" y="0"/>
            <a:chExt cx="260699" cy="655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0699" cy="65507"/>
            </a:xfrm>
            <a:custGeom>
              <a:avLst/>
              <a:gdLst/>
              <a:ahLst/>
              <a:cxnLst/>
              <a:rect r="r" b="b" t="t" l="l"/>
              <a:pathLst>
                <a:path h="65507" w="260699">
                  <a:moveTo>
                    <a:pt x="32754" y="0"/>
                  </a:moveTo>
                  <a:lnTo>
                    <a:pt x="227946" y="0"/>
                  </a:lnTo>
                  <a:cubicBezTo>
                    <a:pt x="236632" y="0"/>
                    <a:pt x="244963" y="3451"/>
                    <a:pt x="251106" y="9593"/>
                  </a:cubicBezTo>
                  <a:cubicBezTo>
                    <a:pt x="257248" y="15736"/>
                    <a:pt x="260699" y="24067"/>
                    <a:pt x="260699" y="32754"/>
                  </a:cubicBezTo>
                  <a:lnTo>
                    <a:pt x="260699" y="32754"/>
                  </a:lnTo>
                  <a:cubicBezTo>
                    <a:pt x="260699" y="50843"/>
                    <a:pt x="246035" y="65507"/>
                    <a:pt x="227946" y="65507"/>
                  </a:cubicBezTo>
                  <a:lnTo>
                    <a:pt x="32754" y="65507"/>
                  </a:lnTo>
                  <a:cubicBezTo>
                    <a:pt x="14664" y="65507"/>
                    <a:pt x="0" y="50843"/>
                    <a:pt x="0" y="32754"/>
                  </a:cubicBezTo>
                  <a:lnTo>
                    <a:pt x="0" y="32754"/>
                  </a:lnTo>
                  <a:cubicBezTo>
                    <a:pt x="0" y="14664"/>
                    <a:pt x="14664" y="0"/>
                    <a:pt x="32754" y="0"/>
                  </a:cubicBezTo>
                  <a:close/>
                </a:path>
              </a:pathLst>
            </a:custGeom>
            <a:ln w="19050" cap="rnd">
              <a:solidFill>
                <a:srgbClr val="486841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60699" cy="103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096153" y="479176"/>
            <a:ext cx="989842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Buy Now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94990" y="1028700"/>
            <a:ext cx="4078085" cy="8229600"/>
            <a:chOff x="0" y="0"/>
            <a:chExt cx="631802" cy="12749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1802" cy="1274980"/>
            </a:xfrm>
            <a:custGeom>
              <a:avLst/>
              <a:gdLst/>
              <a:ahLst/>
              <a:cxnLst/>
              <a:rect r="r" b="b" t="t" l="l"/>
              <a:pathLst>
                <a:path h="1274980" w="631802">
                  <a:moveTo>
                    <a:pt x="43664" y="0"/>
                  </a:moveTo>
                  <a:lnTo>
                    <a:pt x="588138" y="0"/>
                  </a:lnTo>
                  <a:cubicBezTo>
                    <a:pt x="599719" y="0"/>
                    <a:pt x="610825" y="4600"/>
                    <a:pt x="619013" y="12789"/>
                  </a:cubicBezTo>
                  <a:cubicBezTo>
                    <a:pt x="627202" y="20977"/>
                    <a:pt x="631802" y="32083"/>
                    <a:pt x="631802" y="43664"/>
                  </a:cubicBezTo>
                  <a:lnTo>
                    <a:pt x="631802" y="1231317"/>
                  </a:lnTo>
                  <a:cubicBezTo>
                    <a:pt x="631802" y="1242897"/>
                    <a:pt x="627202" y="1254003"/>
                    <a:pt x="619013" y="1262192"/>
                  </a:cubicBezTo>
                  <a:cubicBezTo>
                    <a:pt x="610825" y="1270380"/>
                    <a:pt x="599719" y="1274980"/>
                    <a:pt x="588138" y="1274980"/>
                  </a:cubicBezTo>
                  <a:lnTo>
                    <a:pt x="43664" y="1274980"/>
                  </a:lnTo>
                  <a:cubicBezTo>
                    <a:pt x="32083" y="1274980"/>
                    <a:pt x="20977" y="1270380"/>
                    <a:pt x="12789" y="1262192"/>
                  </a:cubicBezTo>
                  <a:cubicBezTo>
                    <a:pt x="4600" y="1254003"/>
                    <a:pt x="0" y="1242897"/>
                    <a:pt x="0" y="1231317"/>
                  </a:cubicBezTo>
                  <a:lnTo>
                    <a:pt x="0" y="43664"/>
                  </a:lnTo>
                  <a:cubicBezTo>
                    <a:pt x="0" y="32083"/>
                    <a:pt x="4600" y="20977"/>
                    <a:pt x="12789" y="12789"/>
                  </a:cubicBezTo>
                  <a:cubicBezTo>
                    <a:pt x="20977" y="4600"/>
                    <a:pt x="32083" y="0"/>
                    <a:pt x="43664" y="0"/>
                  </a:cubicBezTo>
                  <a:close/>
                </a:path>
              </a:pathLst>
            </a:custGeom>
            <a:blipFill>
              <a:blip r:embed="rId2"/>
              <a:stretch>
                <a:fillRect l="-17603" t="0" r="-17603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832363" y="2876192"/>
            <a:ext cx="3434623" cy="3649920"/>
            <a:chOff x="0" y="0"/>
            <a:chExt cx="904592" cy="961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4592" cy="961296"/>
            </a:xfrm>
            <a:custGeom>
              <a:avLst/>
              <a:gdLst/>
              <a:ahLst/>
              <a:cxnLst/>
              <a:rect r="r" b="b" t="t" l="l"/>
              <a:pathLst>
                <a:path h="961296" w="904592">
                  <a:moveTo>
                    <a:pt x="0" y="0"/>
                  </a:moveTo>
                  <a:lnTo>
                    <a:pt x="904592" y="0"/>
                  </a:lnTo>
                  <a:lnTo>
                    <a:pt x="904592" y="961296"/>
                  </a:lnTo>
                  <a:lnTo>
                    <a:pt x="0" y="961296"/>
                  </a:lnTo>
                  <a:close/>
                </a:path>
              </a:pathLst>
            </a:custGeom>
            <a:solidFill>
              <a:srgbClr val="E9BFB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04592" cy="999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531745" y="1940519"/>
            <a:ext cx="8727555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Natura</a:t>
            </a:r>
            <a:r>
              <a:rPr lang="en-US" sz="9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l Beauty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31745" y="3477342"/>
            <a:ext cx="8727555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5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Simple skincare inspired by nature for fresh and healthy-looking skin.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21771" y="3123497"/>
            <a:ext cx="2282239" cy="138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 45%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58795" y="4444356"/>
            <a:ext cx="3408191" cy="49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486841"/>
                </a:solidFill>
                <a:latin typeface="Work Sans"/>
                <a:ea typeface="Work Sans"/>
                <a:cs typeface="Work Sans"/>
                <a:sym typeface="Work Sans"/>
              </a:rPr>
              <a:t>Pu</a:t>
            </a:r>
            <a:r>
              <a:rPr lang="en-US" sz="2799">
                <a:solidFill>
                  <a:srgbClr val="486841"/>
                </a:solidFill>
                <a:latin typeface="Work Sans"/>
                <a:ea typeface="Work Sans"/>
                <a:cs typeface="Work Sans"/>
                <a:sym typeface="Work Sans"/>
              </a:rPr>
              <a:t>re Radiance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73548" y="5042760"/>
            <a:ext cx="2778685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47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Gentle care for naturally fresh and glowing skin.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31745" y="4219699"/>
            <a:ext cx="2282239" cy="138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40%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009216" y="5270821"/>
            <a:ext cx="6250084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6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Natural ingredients that nourish and keep your skin soft.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09216" y="4495866"/>
            <a:ext cx="4999401" cy="49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</a:t>
            </a:r>
            <a:r>
              <a:rPr lang="en-US" b="true" sz="2799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otanical Nourishment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531745" y="6602177"/>
            <a:ext cx="2282239" cy="138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50%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09216" y="7653299"/>
            <a:ext cx="6250084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spc="65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Daily care to keep your skin hydrated, balanced, and glowing.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09216" y="6878345"/>
            <a:ext cx="4999401" cy="49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He</a:t>
            </a:r>
            <a:r>
              <a:rPr lang="en-US" b="true" sz="2799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althy Glow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037533" y="7157080"/>
            <a:ext cx="1229453" cy="574429"/>
            <a:chOff x="0" y="0"/>
            <a:chExt cx="323807" cy="1512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23807" cy="151290"/>
            </a:xfrm>
            <a:custGeom>
              <a:avLst/>
              <a:gdLst/>
              <a:ahLst/>
              <a:cxnLst/>
              <a:rect r="r" b="b" t="t" l="l"/>
              <a:pathLst>
                <a:path h="151290" w="323807">
                  <a:moveTo>
                    <a:pt x="75645" y="0"/>
                  </a:moveTo>
                  <a:lnTo>
                    <a:pt x="248161" y="0"/>
                  </a:lnTo>
                  <a:cubicBezTo>
                    <a:pt x="289939" y="0"/>
                    <a:pt x="323807" y="33867"/>
                    <a:pt x="323807" y="75645"/>
                  </a:cubicBezTo>
                  <a:lnTo>
                    <a:pt x="323807" y="75645"/>
                  </a:lnTo>
                  <a:cubicBezTo>
                    <a:pt x="323807" y="95707"/>
                    <a:pt x="315837" y="114948"/>
                    <a:pt x="301651" y="129134"/>
                  </a:cubicBezTo>
                  <a:cubicBezTo>
                    <a:pt x="287464" y="143320"/>
                    <a:pt x="268224" y="151290"/>
                    <a:pt x="248161" y="151290"/>
                  </a:cubicBezTo>
                  <a:lnTo>
                    <a:pt x="75645" y="151290"/>
                  </a:lnTo>
                  <a:cubicBezTo>
                    <a:pt x="33867" y="151290"/>
                    <a:pt x="0" y="117423"/>
                    <a:pt x="0" y="75645"/>
                  </a:cubicBezTo>
                  <a:lnTo>
                    <a:pt x="0" y="75645"/>
                  </a:lnTo>
                  <a:cubicBezTo>
                    <a:pt x="0" y="33867"/>
                    <a:pt x="33867" y="0"/>
                    <a:pt x="75645" y="0"/>
                  </a:cubicBezTo>
                  <a:close/>
                </a:path>
              </a:pathLst>
            </a:custGeom>
            <a:ln w="28575" cap="rnd">
              <a:solidFill>
                <a:srgbClr val="486841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23807" cy="189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4" id="34"/>
          <p:cNvSpPr/>
          <p:nvPr/>
        </p:nvSpPr>
        <p:spPr>
          <a:xfrm>
            <a:off x="6262223" y="7444295"/>
            <a:ext cx="780074" cy="0"/>
          </a:xfrm>
          <a:prstGeom prst="line">
            <a:avLst/>
          </a:prstGeom>
          <a:ln cap="flat" w="38100">
            <a:solidFill>
              <a:srgbClr val="486841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CE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79176"/>
            <a:ext cx="1316286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GLOWORA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45802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About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09439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73075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36712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Team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269458" y="472895"/>
            <a:ext cx="989842" cy="248722"/>
            <a:chOff x="0" y="0"/>
            <a:chExt cx="260699" cy="655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0699" cy="65507"/>
            </a:xfrm>
            <a:custGeom>
              <a:avLst/>
              <a:gdLst/>
              <a:ahLst/>
              <a:cxnLst/>
              <a:rect r="r" b="b" t="t" l="l"/>
              <a:pathLst>
                <a:path h="65507" w="260699">
                  <a:moveTo>
                    <a:pt x="32754" y="0"/>
                  </a:moveTo>
                  <a:lnTo>
                    <a:pt x="227946" y="0"/>
                  </a:lnTo>
                  <a:cubicBezTo>
                    <a:pt x="236632" y="0"/>
                    <a:pt x="244963" y="3451"/>
                    <a:pt x="251106" y="9593"/>
                  </a:cubicBezTo>
                  <a:cubicBezTo>
                    <a:pt x="257248" y="15736"/>
                    <a:pt x="260699" y="24067"/>
                    <a:pt x="260699" y="32754"/>
                  </a:cubicBezTo>
                  <a:lnTo>
                    <a:pt x="260699" y="32754"/>
                  </a:lnTo>
                  <a:cubicBezTo>
                    <a:pt x="260699" y="50843"/>
                    <a:pt x="246035" y="65507"/>
                    <a:pt x="227946" y="65507"/>
                  </a:cubicBezTo>
                  <a:lnTo>
                    <a:pt x="32754" y="65507"/>
                  </a:lnTo>
                  <a:cubicBezTo>
                    <a:pt x="14664" y="65507"/>
                    <a:pt x="0" y="50843"/>
                    <a:pt x="0" y="32754"/>
                  </a:cubicBezTo>
                  <a:lnTo>
                    <a:pt x="0" y="32754"/>
                  </a:lnTo>
                  <a:cubicBezTo>
                    <a:pt x="0" y="14664"/>
                    <a:pt x="14664" y="0"/>
                    <a:pt x="32754" y="0"/>
                  </a:cubicBezTo>
                  <a:close/>
                </a:path>
              </a:pathLst>
            </a:custGeom>
            <a:ln w="19050" cap="rnd">
              <a:solidFill>
                <a:srgbClr val="486841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0699" cy="103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269458" y="479176"/>
            <a:ext cx="989842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Contact us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096153" y="472895"/>
            <a:ext cx="989842" cy="248722"/>
            <a:chOff x="0" y="0"/>
            <a:chExt cx="260699" cy="655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0699" cy="65507"/>
            </a:xfrm>
            <a:custGeom>
              <a:avLst/>
              <a:gdLst/>
              <a:ahLst/>
              <a:cxnLst/>
              <a:rect r="r" b="b" t="t" l="l"/>
              <a:pathLst>
                <a:path h="65507" w="260699">
                  <a:moveTo>
                    <a:pt x="32754" y="0"/>
                  </a:moveTo>
                  <a:lnTo>
                    <a:pt x="227946" y="0"/>
                  </a:lnTo>
                  <a:cubicBezTo>
                    <a:pt x="236632" y="0"/>
                    <a:pt x="244963" y="3451"/>
                    <a:pt x="251106" y="9593"/>
                  </a:cubicBezTo>
                  <a:cubicBezTo>
                    <a:pt x="257248" y="15736"/>
                    <a:pt x="260699" y="24067"/>
                    <a:pt x="260699" y="32754"/>
                  </a:cubicBezTo>
                  <a:lnTo>
                    <a:pt x="260699" y="32754"/>
                  </a:lnTo>
                  <a:cubicBezTo>
                    <a:pt x="260699" y="50843"/>
                    <a:pt x="246035" y="65507"/>
                    <a:pt x="227946" y="65507"/>
                  </a:cubicBezTo>
                  <a:lnTo>
                    <a:pt x="32754" y="65507"/>
                  </a:lnTo>
                  <a:cubicBezTo>
                    <a:pt x="14664" y="65507"/>
                    <a:pt x="0" y="50843"/>
                    <a:pt x="0" y="32754"/>
                  </a:cubicBezTo>
                  <a:lnTo>
                    <a:pt x="0" y="32754"/>
                  </a:lnTo>
                  <a:cubicBezTo>
                    <a:pt x="0" y="14664"/>
                    <a:pt x="14664" y="0"/>
                    <a:pt x="32754" y="0"/>
                  </a:cubicBezTo>
                  <a:close/>
                </a:path>
              </a:pathLst>
            </a:custGeom>
            <a:ln w="19050" cap="rnd">
              <a:solidFill>
                <a:srgbClr val="486841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60699" cy="103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096153" y="479176"/>
            <a:ext cx="989842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Buy Now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1028700"/>
            <a:ext cx="12014033" cy="3649920"/>
            <a:chOff x="0" y="0"/>
            <a:chExt cx="3164190" cy="9612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64190" cy="961296"/>
            </a:xfrm>
            <a:custGeom>
              <a:avLst/>
              <a:gdLst/>
              <a:ahLst/>
              <a:cxnLst/>
              <a:rect r="r" b="b" t="t" l="l"/>
              <a:pathLst>
                <a:path h="961296" w="3164190">
                  <a:moveTo>
                    <a:pt x="0" y="0"/>
                  </a:moveTo>
                  <a:lnTo>
                    <a:pt x="3164190" y="0"/>
                  </a:lnTo>
                  <a:lnTo>
                    <a:pt x="3164190" y="961296"/>
                  </a:lnTo>
                  <a:lnTo>
                    <a:pt x="0" y="961296"/>
                  </a:lnTo>
                  <a:close/>
                </a:path>
              </a:pathLst>
            </a:custGeom>
            <a:solidFill>
              <a:srgbClr val="E9BFB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164190" cy="999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190155" y="1028700"/>
            <a:ext cx="5069145" cy="3649920"/>
            <a:chOff x="0" y="0"/>
            <a:chExt cx="785343" cy="5654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5343" cy="565468"/>
            </a:xfrm>
            <a:custGeom>
              <a:avLst/>
              <a:gdLst/>
              <a:ahLst/>
              <a:cxnLst/>
              <a:rect r="r" b="b" t="t" l="l"/>
              <a:pathLst>
                <a:path h="565468" w="785343">
                  <a:moveTo>
                    <a:pt x="35127" y="0"/>
                  </a:moveTo>
                  <a:lnTo>
                    <a:pt x="750216" y="0"/>
                  </a:lnTo>
                  <a:cubicBezTo>
                    <a:pt x="769616" y="0"/>
                    <a:pt x="785343" y="15727"/>
                    <a:pt x="785343" y="35127"/>
                  </a:cubicBezTo>
                  <a:lnTo>
                    <a:pt x="785343" y="530341"/>
                  </a:lnTo>
                  <a:cubicBezTo>
                    <a:pt x="785343" y="549741"/>
                    <a:pt x="769616" y="565468"/>
                    <a:pt x="750216" y="565468"/>
                  </a:cubicBezTo>
                  <a:lnTo>
                    <a:pt x="35127" y="565468"/>
                  </a:lnTo>
                  <a:cubicBezTo>
                    <a:pt x="15727" y="565468"/>
                    <a:pt x="0" y="549741"/>
                    <a:pt x="0" y="530341"/>
                  </a:cubicBezTo>
                  <a:lnTo>
                    <a:pt x="0" y="35127"/>
                  </a:lnTo>
                  <a:cubicBezTo>
                    <a:pt x="0" y="15727"/>
                    <a:pt x="15727" y="0"/>
                    <a:pt x="3512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6802" r="0" b="-36802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28700" y="1631746"/>
            <a:ext cx="8429285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sz="9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Healthy S</a:t>
            </a:r>
            <a:r>
              <a:rPr lang="en-US" sz="9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kin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34204" y="5440353"/>
            <a:ext cx="5302508" cy="3817947"/>
            <a:chOff x="0" y="0"/>
            <a:chExt cx="785343" cy="5654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5343" cy="565468"/>
            </a:xfrm>
            <a:custGeom>
              <a:avLst/>
              <a:gdLst/>
              <a:ahLst/>
              <a:cxnLst/>
              <a:rect r="r" b="b" t="t" l="l"/>
              <a:pathLst>
                <a:path h="565468" w="785343">
                  <a:moveTo>
                    <a:pt x="33581" y="0"/>
                  </a:moveTo>
                  <a:lnTo>
                    <a:pt x="751762" y="0"/>
                  </a:lnTo>
                  <a:cubicBezTo>
                    <a:pt x="770309" y="0"/>
                    <a:pt x="785343" y="15035"/>
                    <a:pt x="785343" y="33581"/>
                  </a:cubicBezTo>
                  <a:lnTo>
                    <a:pt x="785343" y="531887"/>
                  </a:lnTo>
                  <a:cubicBezTo>
                    <a:pt x="785343" y="550433"/>
                    <a:pt x="770309" y="565468"/>
                    <a:pt x="751762" y="565468"/>
                  </a:cubicBezTo>
                  <a:lnTo>
                    <a:pt x="33581" y="565468"/>
                  </a:lnTo>
                  <a:cubicBezTo>
                    <a:pt x="15035" y="565468"/>
                    <a:pt x="0" y="550433"/>
                    <a:pt x="0" y="531887"/>
                  </a:cubicBezTo>
                  <a:lnTo>
                    <a:pt x="0" y="33581"/>
                  </a:lnTo>
                  <a:cubicBezTo>
                    <a:pt x="0" y="15035"/>
                    <a:pt x="15035" y="0"/>
                    <a:pt x="33581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4943" r="0" b="-58661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266986" y="6426171"/>
            <a:ext cx="9952187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5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Deep hydration helps replenish moisture and keeps your skin feeling soft, smooth and refreshed. It supports healthy-looking skin and gives it a natural, fresh glow throughout the day.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66986" y="5651217"/>
            <a:ext cx="7960688" cy="49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Deep Hydration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07113" y="8344670"/>
            <a:ext cx="9952187" cy="88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 spc="5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Skin protection helps shield your skin from daily environmental stress. Using sunscreen and gentle skincare regularly can help maintain healthy-looking skin, prevent dryness, and keep your skin feeling fresh and comfortable.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07113" y="7560190"/>
            <a:ext cx="7960688" cy="49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Sk</a:t>
            </a:r>
            <a:r>
              <a:rPr lang="en-US" b="true" sz="2799">
                <a:solidFill>
                  <a:srgbClr val="486841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in Protection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803595" y="2279231"/>
            <a:ext cx="1229453" cy="574429"/>
            <a:chOff x="0" y="0"/>
            <a:chExt cx="323807" cy="1512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3807" cy="151290"/>
            </a:xfrm>
            <a:custGeom>
              <a:avLst/>
              <a:gdLst/>
              <a:ahLst/>
              <a:cxnLst/>
              <a:rect r="r" b="b" t="t" l="l"/>
              <a:pathLst>
                <a:path h="151290" w="323807">
                  <a:moveTo>
                    <a:pt x="75645" y="0"/>
                  </a:moveTo>
                  <a:lnTo>
                    <a:pt x="248161" y="0"/>
                  </a:lnTo>
                  <a:cubicBezTo>
                    <a:pt x="289939" y="0"/>
                    <a:pt x="323807" y="33867"/>
                    <a:pt x="323807" y="75645"/>
                  </a:cubicBezTo>
                  <a:lnTo>
                    <a:pt x="323807" y="75645"/>
                  </a:lnTo>
                  <a:cubicBezTo>
                    <a:pt x="323807" y="95707"/>
                    <a:pt x="315837" y="114948"/>
                    <a:pt x="301651" y="129134"/>
                  </a:cubicBezTo>
                  <a:cubicBezTo>
                    <a:pt x="287464" y="143320"/>
                    <a:pt x="268224" y="151290"/>
                    <a:pt x="248161" y="151290"/>
                  </a:cubicBezTo>
                  <a:lnTo>
                    <a:pt x="75645" y="151290"/>
                  </a:lnTo>
                  <a:cubicBezTo>
                    <a:pt x="33867" y="151290"/>
                    <a:pt x="0" y="117423"/>
                    <a:pt x="0" y="75645"/>
                  </a:cubicBezTo>
                  <a:lnTo>
                    <a:pt x="0" y="75645"/>
                  </a:lnTo>
                  <a:cubicBezTo>
                    <a:pt x="0" y="33867"/>
                    <a:pt x="33867" y="0"/>
                    <a:pt x="75645" y="0"/>
                  </a:cubicBezTo>
                  <a:close/>
                </a:path>
              </a:pathLst>
            </a:custGeom>
            <a:ln w="28575" cap="rnd">
              <a:solidFill>
                <a:srgbClr val="486841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23807" cy="189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0028284" y="2566445"/>
            <a:ext cx="780074" cy="0"/>
          </a:xfrm>
          <a:prstGeom prst="line">
            <a:avLst/>
          </a:prstGeom>
          <a:ln cap="flat" w="38100">
            <a:solidFill>
              <a:srgbClr val="486841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CE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69458" y="472895"/>
            <a:ext cx="989842" cy="248722"/>
            <a:chOff x="0" y="0"/>
            <a:chExt cx="260699" cy="655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699" cy="65507"/>
            </a:xfrm>
            <a:custGeom>
              <a:avLst/>
              <a:gdLst/>
              <a:ahLst/>
              <a:cxnLst/>
              <a:rect r="r" b="b" t="t" l="l"/>
              <a:pathLst>
                <a:path h="65507" w="260699">
                  <a:moveTo>
                    <a:pt x="32754" y="0"/>
                  </a:moveTo>
                  <a:lnTo>
                    <a:pt x="227946" y="0"/>
                  </a:lnTo>
                  <a:cubicBezTo>
                    <a:pt x="236632" y="0"/>
                    <a:pt x="244963" y="3451"/>
                    <a:pt x="251106" y="9593"/>
                  </a:cubicBezTo>
                  <a:cubicBezTo>
                    <a:pt x="257248" y="15736"/>
                    <a:pt x="260699" y="24067"/>
                    <a:pt x="260699" y="32754"/>
                  </a:cubicBezTo>
                  <a:lnTo>
                    <a:pt x="260699" y="32754"/>
                  </a:lnTo>
                  <a:cubicBezTo>
                    <a:pt x="260699" y="50843"/>
                    <a:pt x="246035" y="65507"/>
                    <a:pt x="227946" y="65507"/>
                  </a:cubicBezTo>
                  <a:lnTo>
                    <a:pt x="32754" y="65507"/>
                  </a:lnTo>
                  <a:cubicBezTo>
                    <a:pt x="14664" y="65507"/>
                    <a:pt x="0" y="50843"/>
                    <a:pt x="0" y="32754"/>
                  </a:cubicBezTo>
                  <a:lnTo>
                    <a:pt x="0" y="32754"/>
                  </a:lnTo>
                  <a:cubicBezTo>
                    <a:pt x="0" y="14664"/>
                    <a:pt x="14664" y="0"/>
                    <a:pt x="32754" y="0"/>
                  </a:cubicBezTo>
                  <a:close/>
                </a:path>
              </a:pathLst>
            </a:custGeom>
            <a:ln w="19050" cap="rnd">
              <a:solidFill>
                <a:srgbClr val="48684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0699" cy="103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096153" y="472895"/>
            <a:ext cx="989842" cy="248722"/>
            <a:chOff x="0" y="0"/>
            <a:chExt cx="260699" cy="655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0699" cy="65507"/>
            </a:xfrm>
            <a:custGeom>
              <a:avLst/>
              <a:gdLst/>
              <a:ahLst/>
              <a:cxnLst/>
              <a:rect r="r" b="b" t="t" l="l"/>
              <a:pathLst>
                <a:path h="65507" w="260699">
                  <a:moveTo>
                    <a:pt x="32754" y="0"/>
                  </a:moveTo>
                  <a:lnTo>
                    <a:pt x="227946" y="0"/>
                  </a:lnTo>
                  <a:cubicBezTo>
                    <a:pt x="236632" y="0"/>
                    <a:pt x="244963" y="3451"/>
                    <a:pt x="251106" y="9593"/>
                  </a:cubicBezTo>
                  <a:cubicBezTo>
                    <a:pt x="257248" y="15736"/>
                    <a:pt x="260699" y="24067"/>
                    <a:pt x="260699" y="32754"/>
                  </a:cubicBezTo>
                  <a:lnTo>
                    <a:pt x="260699" y="32754"/>
                  </a:lnTo>
                  <a:cubicBezTo>
                    <a:pt x="260699" y="50843"/>
                    <a:pt x="246035" y="65507"/>
                    <a:pt x="227946" y="65507"/>
                  </a:cubicBezTo>
                  <a:lnTo>
                    <a:pt x="32754" y="65507"/>
                  </a:lnTo>
                  <a:cubicBezTo>
                    <a:pt x="14664" y="65507"/>
                    <a:pt x="0" y="50843"/>
                    <a:pt x="0" y="32754"/>
                  </a:cubicBezTo>
                  <a:lnTo>
                    <a:pt x="0" y="32754"/>
                  </a:lnTo>
                  <a:cubicBezTo>
                    <a:pt x="0" y="14664"/>
                    <a:pt x="14664" y="0"/>
                    <a:pt x="32754" y="0"/>
                  </a:cubicBezTo>
                  <a:close/>
                </a:path>
              </a:pathLst>
            </a:custGeom>
            <a:ln w="19050" cap="rnd">
              <a:solidFill>
                <a:srgbClr val="48684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60699" cy="103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1028700"/>
            <a:ext cx="18288000" cy="3649920"/>
            <a:chOff x="0" y="0"/>
            <a:chExt cx="4816593" cy="961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961296"/>
            </a:xfrm>
            <a:custGeom>
              <a:avLst/>
              <a:gdLst/>
              <a:ahLst/>
              <a:cxnLst/>
              <a:rect r="r" b="b" t="t" l="l"/>
              <a:pathLst>
                <a:path h="961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61296"/>
                  </a:lnTo>
                  <a:lnTo>
                    <a:pt x="0" y="961296"/>
                  </a:lnTo>
                  <a:close/>
                </a:path>
              </a:pathLst>
            </a:custGeom>
            <a:solidFill>
              <a:srgbClr val="E9BFB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999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7686" y="4678620"/>
            <a:ext cx="5135390" cy="3415034"/>
          </a:xfrm>
          <a:custGeom>
            <a:avLst/>
            <a:gdLst/>
            <a:ahLst/>
            <a:cxnLst/>
            <a:rect r="r" b="b" t="t" l="l"/>
            <a:pathLst>
              <a:path h="3415034" w="5135390">
                <a:moveTo>
                  <a:pt x="0" y="0"/>
                </a:moveTo>
                <a:lnTo>
                  <a:pt x="5135389" y="0"/>
                </a:lnTo>
                <a:lnTo>
                  <a:pt x="5135389" y="3415034"/>
                </a:lnTo>
                <a:lnTo>
                  <a:pt x="0" y="3415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967194" y="4678620"/>
            <a:ext cx="3490153" cy="3490153"/>
          </a:xfrm>
          <a:custGeom>
            <a:avLst/>
            <a:gdLst/>
            <a:ahLst/>
            <a:cxnLst/>
            <a:rect r="r" b="b" t="t" l="l"/>
            <a:pathLst>
              <a:path h="3490153" w="3490153">
                <a:moveTo>
                  <a:pt x="0" y="0"/>
                </a:moveTo>
                <a:lnTo>
                  <a:pt x="3490153" y="0"/>
                </a:lnTo>
                <a:lnTo>
                  <a:pt x="3490153" y="3490153"/>
                </a:lnTo>
                <a:lnTo>
                  <a:pt x="0" y="3490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345388" y="4678620"/>
            <a:ext cx="4942612" cy="3286837"/>
          </a:xfrm>
          <a:custGeom>
            <a:avLst/>
            <a:gdLst/>
            <a:ahLst/>
            <a:cxnLst/>
            <a:rect r="r" b="b" t="t" l="l"/>
            <a:pathLst>
              <a:path h="3286837" w="4942612">
                <a:moveTo>
                  <a:pt x="0" y="0"/>
                </a:moveTo>
                <a:lnTo>
                  <a:pt x="4942612" y="0"/>
                </a:lnTo>
                <a:lnTo>
                  <a:pt x="4942612" y="3286837"/>
                </a:lnTo>
                <a:lnTo>
                  <a:pt x="0" y="32868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479176"/>
            <a:ext cx="1316286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GLOWORA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45802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About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09439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Project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73075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36712" y="479176"/>
            <a:ext cx="930274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Team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269458" y="479176"/>
            <a:ext cx="989842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Contact 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096153" y="479176"/>
            <a:ext cx="989842" cy="20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Buy Now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61286" y="1850147"/>
            <a:ext cx="12565428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486841"/>
                </a:solidFill>
                <a:latin typeface="Alice Bold"/>
                <a:ea typeface="Alice Bold"/>
                <a:cs typeface="Alice Bold"/>
                <a:sym typeface="Alice Bold"/>
              </a:rPr>
              <a:t>OUR PRODUCTS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9352" y="8935085"/>
            <a:ext cx="261233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Gentle Face Wash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₹299 · BUY NOW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00269" y="8935085"/>
            <a:ext cx="2824004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Hydrating Moisturizer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₹399 · BUY NOW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432887" y="8935085"/>
            <a:ext cx="2316374" cy="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Daily Sunscreen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₹449 · BUY 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DAHVpLXyXb0</dc:identifier>
  <dcterms:modified xsi:type="dcterms:W3CDTF">2011-08-01T06:04:30Z</dcterms:modified>
  <cp:revision>1</cp:revision>
  <dc:title>Pink Green Pastel Skincare Presentation</dc:title>
</cp:coreProperties>
</file>